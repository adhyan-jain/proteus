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DD4BF"/>
            </a:solidFill>
          </c:spPr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12.3</c:v>
                </c:pt>
                <c:pt idx="1">
                  <c:v>10422.0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6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F5B041"/>
            </a:solidFill>
          </c:spPr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18.0</c:v>
                </c:pt>
                <c:pt idx="1">
                  <c:v>10881.3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6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DD4BF"/>
            </a:solidFill>
          </c:spPr>
          <c:cat>
            <c:strRef>
              <c:f>Sheet1!$A$2:$A$4</c:f>
              <c:strCache>
                <c:ptCount val="3"/>
                <c:pt idx="0">
                  <c:v>Threshold
(PacketIn rate)</c:v>
                </c:pt>
                <c:pt idx="1">
                  <c:v>MLP</c:v>
                </c:pt>
                <c:pt idx="2">
                  <c:v>Trivial rule
'any IP PacketIn'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6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SDN 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1F5F9"/>
                </a:solidFill>
              </a:defRPr>
            </a:pPr>
            <a:r>
              <a:t>•  Papers say: the controller has a global view, so build the detector there.</a:t>
            </a:r>
          </a:p>
          <a:p>
            <a:pPr>
              <a:spcAft>
                <a:spcPts val="1200"/>
              </a:spcAft>
              <a:defRPr sz="2000">
                <a:solidFill>
                  <a:srgbClr val="F1F5F9"/>
                </a:solidFill>
              </a:defRPr>
            </a:pPr>
            <a:r>
              <a:t>•  But they are tested on CSV features computed at the victim host (CICFlowMeter).</a:t>
            </a:r>
          </a:p>
          <a:p>
            <a:pPr>
              <a:spcAft>
                <a:spcPts val="1200"/>
              </a:spcAft>
              <a:defRPr sz="2000">
                <a:solidFill>
                  <a:srgbClr val="F1F5F9"/>
                </a:solidFill>
              </a:defRPr>
            </a:pPr>
            <a:r>
              <a:t>•  Nobody checks whether a controller can observe those features at all.</a:t>
            </a:r>
          </a:p>
          <a:p>
            <a:pPr>
              <a:spcAft>
                <a:spcPts val="1200"/>
              </a:spcAft>
              <a:defRPr sz="2000">
                <a:solidFill>
                  <a:srgbClr val="F1F5F9"/>
                </a:solidFill>
              </a:defRPr>
            </a:pPr>
            <a:r>
              <a:t>•  InSDN, a widely used SDN benchmark, also recorded its controller's OpenFlow traffic. We opened those recordings.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Say: "Is the controller-side view real, and does a high score on it mean detection?"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What we did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66160" cy="310896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InSDN controller captures parsed: 11 benign, 33 attack, 7 attack classes (OpenFlow 1.3).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566160" cy="310896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2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Controller-only detectors on unseen captures and families, plus a trivial-rule validity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828800"/>
            <a:ext cx="3566160" cy="310896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65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Mininet + Ryu testbed: 3 forwarding modes, 1-switch and 3-switch, plus Ryu's stock 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840480" cy="237744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5B041"/>
                </a:solidFill>
              </a:defRPr>
            </a:pPr>
            <a:r>
              <a:t>0 of 3,827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FlowMods carry IP addresses or ports. 3,811 match MAC pairs, 16 match EtherType.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1F5F9"/>
                </a:solidFill>
              </a:defRPr>
            </a:pPr>
            <a:r>
              <a:t>•  InSDN labels flows by 5-tuple; the controller's rules never contained one.</a:t>
            </a:r>
          </a:p>
          <a:p>
            <a:pPr>
              <a:spcAft>
                <a:spcPts val="1200"/>
              </a:spcAft>
              <a:defRPr sz="1800">
                <a:solidFill>
                  <a:srgbClr val="F1F5F9"/>
                </a:solidFill>
              </a:defRPr>
            </a:pPr>
            <a:r>
              <a:t>•  The controller does receive PacketIns: 0.68 to 1.29 per target packet in 9 of 12 attack scenarios.</a:t>
            </a:r>
          </a:p>
          <a:p>
            <a:pPr>
              <a:spcAft>
                <a:spcPts val="1200"/>
              </a:spcAft>
              <a:defRPr sz="1800">
                <a:solidFill>
                  <a:srgbClr val="F1F5F9"/>
                </a:solidFill>
              </a:defRPr>
            </a:pPr>
            <a:r>
              <a:t>•  Ryu's unmodified app: 91 FlowMods, 86 MAC-pair, none with IP/ports.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Say: CSV-trained detectors do not describe a deployable controller-side detector.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3736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0" y="1737360"/>
          <a:ext cx="51206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669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AA8BC"/>
                </a:solidFill>
              </a:defRPr>
            </a:pPr>
            <a:r>
              <a:t>1 switch · TCP PacketIns per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5669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AA8BC"/>
                </a:solidFill>
              </a:defRPr>
            </a:pPr>
            <a:r>
              <a:t>3-switch chain · TCP PacketIns per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Say: Same traffic, 847x more PacketIns under per-flow rules; a 2 s idle timeout also hides entries from a 1 s poller.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37360"/>
          <a:ext cx="65836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Balanced accuracy, 1 s windows, unseen captures.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InSDN records benign and attack in separate sessions, so a model can score by recognising the session.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XGBoost 0.952, logistic 0.961, MLP 0.958 (5 s): no model gain.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Host-side CSV baseline 0.9998: easy protocol, not comparable.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Say: We claim a validity warning, not a detector. The fix is benign and attack traffic mixed in one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METHOD AND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Novelty 4 and 5 · A pitfall we caught, and a package anyone can rerun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94960" cy="329184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5B041"/>
                </a:solidFill>
              </a:defRPr>
            </a:pPr>
            <a:r>
              <a:t>4x → ~800x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Our first test app let ping/ARP rules shadow TCP and understated the PacketIn effect by two orders of magnitude. We fixed it and report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394960" cy="329184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0574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1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175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reproduce.sh rebuilds every result from hashed raw captures and compares with the stored files; verify_numbers.py checks the paper's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InSDN pcaps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44 controller</a:t>
            </a:r>
            <a:br/>
            <a:r>
              <a:t>captures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OpenFlow 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PacketIn, FlowMod,</a:t>
            </a:r>
            <a:br/>
            <a:r>
              <a:t>stats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match 5-tuple to</a:t>
            </a:r>
            <a:br/>
            <a:r>
              <a:t>InSDN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22 features</a:t>
            </a:r>
            <a:br/>
            <a:r>
              <a:t>per 1-5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88 inputs →</a:t>
            </a:r>
            <a:br/>
            <a:r>
              <a:t>attack or not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2103120"/>
            <a:ext cx="1737360" cy="1737360"/>
          </a:xfrm>
          <a:prstGeom prst="roundRect">
            <a:avLst/>
          </a:prstGeom>
          <a:solidFill>
            <a:srgbClr val="141E33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74320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1F5F9"/>
                </a:solidFill>
              </a:defRPr>
            </a:pPr>
            <a:r>
              <a:t>10 seeds, CI,</a:t>
            </a:r>
            <a:br/>
            <a:r>
              <a:t>trivial 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9AA8BC"/>
                </a:solidFill>
              </a:defRPr>
            </a:pPr>
            <a:r>
              <a:t>Separate live study: Ryu app (3 forwarding modes) + Mininet → control-channel pcap → PacketIn / FlowMod counts → result JSONs → paper tables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Model input: 88 numbers about a few seconds of controller messages. Output: attack / not attack per window.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</a:defRPr>
            </a:pPr>
            <a:r>
              <a:t>•  The CSV only supplies labels; it is never an input.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What is not new, and what we did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Not new: control-plane telemetry for SDN IDS (LAN-SDN-NIDS, SDNFLow); the detector itself; Ryu's stock behaviour follows from its code.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Not done: benign + attack traffic mixed in one session (needs lab attack traffic), another controller family (OpenDaylight), a re-implemented published detector.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Single benchmark; confidence intervals cover folds and seeds, not new testbeds.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CONTEXT, NOT A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The earlier Proteus system (GAN + drift)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Prototype: WGAN-GP synthetic attacks, KS drift test, MMD fidelity gate, drift-triggered retraining, versioned releases with rollback.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Close prior work exists (e.g. NetGuard 2025: generative adaptation for drifting, imbalanced IDS data).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Our pre-registered studies found no measured benefit from the generative step; the demo's gain came from oracle labels.</a:t>
            </a:r>
          </a:p>
          <a:p>
            <a:pPr>
              <a:spcAft>
                <a:spcPts val="1200"/>
              </a:spcAft>
              <a:defRPr sz="1900">
                <a:solidFill>
                  <a:srgbClr val="F1F5F9"/>
                </a:solidFill>
              </a:defRPr>
            </a:pPr>
            <a:r>
              <a:t>•  So the research contribution is the InSDN study above; the Proteus code is an engineering prototype.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66160" cy="274320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Controller rules never contained the labelled 5-tuples.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566160" cy="274320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5B041"/>
                </a:solidFill>
              </a:defRPr>
            </a:pPr>
            <a:r>
              <a:t>Depends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0175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What a controller sees depends on the forwarding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828800"/>
            <a:ext cx="3566160" cy="2743200"/>
          </a:xfrm>
          <a:prstGeom prst="roundRect">
            <a:avLst/>
          </a:prstGeom>
          <a:solidFill>
            <a:srgbClr val="141E33"/>
          </a:solidFill>
          <a:ln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057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2DD4BF"/>
                </a:solidFill>
              </a:defRPr>
            </a:pPr>
            <a:r>
              <a:t>Careful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0175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9AA8BC"/>
                </a:solidFill>
              </a:defRPr>
            </a:pPr>
            <a:r>
              <a:t>On InSDN, controller-side scores are not detection accuracy.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Say: Next: interleave benign and attack traffic in one session and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