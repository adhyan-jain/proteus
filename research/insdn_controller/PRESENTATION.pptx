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FlowMods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0F766E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3,811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MAC pair</c:v>
                </c:pt>
                <c:pt idx="1">
                  <c:v>EtherType</c:v>
                </c:pt>
                <c:pt idx="2">
                  <c:v>IP / ports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3811</c:v>
                </c:pt>
                <c:pt idx="1">
                  <c:v>16</c:v>
                </c:pt>
                <c:pt idx="2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attack windows</c:v>
                </c:pt>
              </c:strCache>
            </c:strRef>
          </c:tx>
          <c:spPr>
            <a:solidFill>
              <a:srgbClr val="0F766E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456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1,965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55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83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DoS</c:v>
                </c:pt>
                <c:pt idx="1">
                  <c:v>Probe</c:v>
                </c:pt>
                <c:pt idx="2">
                  <c:v>DDoS</c:v>
                </c:pt>
                <c:pt idx="3">
                  <c:v>Botnet</c:v>
                </c:pt>
                <c:pt idx="4">
                  <c:v>Web</c:v>
                </c:pt>
                <c:pt idx="5">
                  <c:v>Brute</c:v>
                </c:pt>
                <c:pt idx="6">
                  <c:v>Exploit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456</c:v>
                </c:pt>
                <c:pt idx="1">
                  <c:v>1965</c:v>
                </c:pt>
                <c:pt idx="2">
                  <c:v>55</c:v>
                </c:pt>
                <c:pt idx="3">
                  <c:v>83</c:v>
                </c:pt>
                <c:pt idx="4">
                  <c:v>12</c:v>
                </c:pt>
                <c:pt idx="5">
                  <c:v>6</c:v>
                </c:pt>
                <c:pt idx="6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9CA3AF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0F76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 ± 0.011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0.852 ± 0.029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0.939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PacketIn-rate
threshold</c:v>
                </c:pt>
                <c:pt idx="1">
                  <c:v>Source-IP entropy
threshold</c:v>
                </c:pt>
                <c:pt idx="2">
                  <c:v>Logistic</c:v>
                </c:pt>
                <c:pt idx="3">
                  <c:v>MLP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0.6162795240081537</c:v>
                </c:pt>
                <c:pt idx="1">
                  <c:v>0.8522967197417634</c:v>
                </c:pt>
                <c:pt idx="2">
                  <c:v>0.9390704741072581</c:v>
                </c:pt>
                <c:pt idx="3">
                  <c:v>0.9457905509126228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0.995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switch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12.3</c:v>
                </c:pt>
                <c:pt idx="1">
                  <c:v>10391.6</c:v>
                </c:pt>
                <c:pt idx="2">
                  <c:v>10422.0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3-switch chain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18.0</c:v>
                </c:pt>
                <c:pt idx="1">
                  <c:v>10675.5</c:v>
                </c:pt>
                <c:pt idx="2">
                  <c:v>10881.3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60000.0"/>
          <c:min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0.9998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0.907 ± 0.085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1.000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0.9998167871515384</c:v>
                </c:pt>
                <c:pt idx="1">
                  <c:v>0.9073805946404132</c:v>
                </c:pt>
                <c:pt idx="2">
                  <c:v>0.9999981848983543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737360"/>
            <a:ext cx="822960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200" b="1">
                <a:solidFill>
                  <a:srgbClr val="111827"/>
                </a:solidFill>
                <a:latin typeface="Calibri"/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6B7280"/>
                </a:solidFill>
                <a:latin typeface="Calibri"/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111827"/>
                </a:solidFill>
                <a:latin typeface="Calibri"/>
              </a:defRPr>
            </a:pPr>
            <a:r>
              <a:t>Adhyan Jain · Atharva Sheersh Pandey · Kshitij Manikshete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Vellore Institute of Technology,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SDN papers justify detection by the controller's global view.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They then evaluate on CSV features computed at the victim host.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Nobody checked what the controller actually receives.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InSDN also recorded its controller's OpenFlow traffic. We parsed all 44 of those captures.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papers score 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CICFlowMeter 5-tuple flow records</a:t>
            </a:r>
            <a:br/>
            <a:r>
              <a:t>with 80+ statistics, computed at the target 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84048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a controller observes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PacketIn messages, FlowMod decisions,</a:t>
            </a:r>
            <a:br/>
            <a:r>
              <a:t>per-entry counters of the rules its app installed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B91C1C"/>
                </a:solidFill>
                <a:latin typeface="Calibri"/>
              </a:defRPr>
            </a:pPr>
            <a:r>
              <a:t>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Background: how an OpenFlow controller sees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Host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sends a packet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Switch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flow table of rules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Controller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ONOS or Ryu + forwarding app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9776" y="2606040"/>
            <a:ext cx="212140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68896" y="233172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168896" y="288036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23760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PacketIn: table miss sends the packet's headers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FlowMod / PacketOut: install a rule, release the packet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it receives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PacketIns for packets that miss the table, and packet and byte counters for the entries that exist.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decides the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The forwarding app chooses the rules. Coarse rules (MAC pair) hide flows; per-flow rules expose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papers assume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Per-flow statistics such as inter-arrival times and flag counts, which are not in this vocabulary.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Three questions, three kinds of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Q1 · Can the controller see the labelled flows?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Parse all 44 ONOS captures. Read every FlowMod and flow-statistics reply and list the match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7,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Q2 · Does the forwarding app change the 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Mininet + Ryu, three forwarding modes, 10 runs each on 1 and 3 switches, plus Ryu's stock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11,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Q3 · Is a high score proof of detection?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Controller-only models on unseen captures and attack families, against a trivial rule and different split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9, 10,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6B7280"/>
                </a:solidFill>
                <a:latin typeface="Calibri"/>
              </a:defRPr>
            </a:pPr>
            <a:r>
              <a:t>Everything is measured on recorded or locally generated captures. No synthetic base data, no cloud, 10 seeds with 95% confidence intervals.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Two phases, one lesson: evaluation is the weak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6B7280"/>
                </a:solidFill>
                <a:latin typeface="Calibri"/>
              </a:defRPr>
            </a:pPr>
            <a:r>
              <a:t>PHASE 1 · PROTEUS: DOZENS OF ARCHITECTURES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PHASE 2 · INSDN VALIDITY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oracle 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The 5.91x headline gain came from labels, not from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0.000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34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Synthetic-dose controller vs plain adaptation: difference [0.000, 0.000], 10 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97.55% vs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7033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Recall of a 9-feature model vs a zero-filled 77-feature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56% to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5720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Drift alarms on unchanged traffic after adaptation (stale reference)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FlowMods match IP addresses or 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0.995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834639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one-line rule vs 0.946 for the MLP, inside attack sessions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≈9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7033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Score inflation from a random flow split vs held-out source hosts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9CA3AF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572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Run the same checks on published papers under a preregistered protocol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72200" y="1828800"/>
            <a:ext cx="0" cy="338328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111827"/>
                </a:solidFill>
                <a:latin typeface="Calibri"/>
              </a:defRPr>
            </a:pPr>
            <a:r>
              <a:t>Strong-looking results kept dissolving under strict evaluation. We then measured the same failure in a published benchmark.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Phase 1 figures are quoted from archived study results (repository README), not re-run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Architecture: two evidence sources,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 · RECORDED  (InSDN, offline)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44 pcaps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ONOS control channel</a:t>
            </a:r>
            <a:br/>
            <a:r>
              <a:t>11 benign · 33 attack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9397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46888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OpenFlow 1.3 parser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stats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1421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8912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Window labels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from InSDN CSV flow IDs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30936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22 features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per 1 to 5 s window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5469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22960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History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88 model inputs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7493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01498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Models + baselines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10 seeds · 95% CI · trivial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B · LIVE  (our testbed, no InSDN data)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Ryu app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3 forwarding modes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9397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Mininet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 or 3 switches</a:t>
            </a:r>
            <a:br/>
            <a:r>
              <a:t>benign traffic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1421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38912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Control pcap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one per run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3445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30936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Counts per mode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entries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5469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22960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Stock Ryu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second controller, 5 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 · 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66360"/>
            <a:ext cx="1110996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results/*.json  →  tables and figures  →  paper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checked by compare_results.py (tolerance 1e-6) and verify_numbers.py · every capture SHA-256 hashed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904219" y="2834640"/>
            <a:ext cx="0" cy="228600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983980" y="4572000"/>
            <a:ext cx="0" cy="54864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OBSERVABILITY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1 · 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B91C1C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in the 44 captures match IP addresses or transport ports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73736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50292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FlowMods by match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Ryu's stock learning switch agrees: 91 FlowMods in 5 captures, none with IP or transport fields. The dataset's 5-tuple flows are not counters a controller can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REPRODUCIBLE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2 · A pipeline from raw captures to labelled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645920"/>
          <a:ext cx="57607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52160" y="56692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Attack-labelled 1 s windows per family (strict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OpenFlow 1.3 parser with reported parser loss.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Window labels grounded in InSDN's own flow labels.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22 controller-observable features, up to 88 inputs with history.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which matters on the next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3 · Controller-side models score high (0.95)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4008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 on unseen captures, 1 s windows, 10 seeds, 95%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0F766E"/>
                </a:solidFill>
                <a:latin typeface="Calibri"/>
              </a:defRPr>
            </a:pPr>
            <a:r>
              <a:t>0.89 to 1.00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78892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MLP balanced accuracy on each of six withheld attack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749039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Logistic regression matches the neural network.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Offered as feasibility, not as a detector.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4 · A one-line rule matches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strict labels, 1 s windows (rule: inside attack sessions)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28800"/>
            <a:ext cx="46634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The rule scores 0.995 (1 s) and 1.000 (5 s) with no learning.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InSDN records benign and attack traffic in separate sessions, so a score can reflect the session, not the attack.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We do not claim a detector. We report a validity threat for controller-side evaluation on InSDN.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Fix: benign and attack traffic interleaved in one session.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FORWARDING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5 · The forwarding app sets the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TCP PacketIns per run, log scale, 10 runs per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7373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766E"/>
                </a:solidFill>
                <a:latin typeface="Calibri"/>
              </a:defRPr>
            </a:pPr>
            <a:r>
              <a:t>847×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more PacketIns with per-flow rules on identical 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661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A 2 s idle timeout cuts the entries a 1 s poller sees from 153 to 37 per reply.</a:t>
            </a:r>
          </a:p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Our first app let ping/ARP rules shadow TCP and showed 4×. We report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6 · A second controller and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0F766E"/>
                </a:solidFill>
                <a:latin typeface="Calibri"/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from Ryu's unmodified simple_switch_13 in 5 captures: MAC pairs and table-miss only, no IP or 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Hashed captures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SHA-256 for every pcap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One command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reproduce.sh rebuilds every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840479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Automatic comparison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compare_results.py, tolerance 1e-6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89204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Number check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verify_numbers.py on the paper 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SPLIT-PROTOCOL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Evaluation protocol alone moves the score by about 9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7665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Same GPU XGBoost, 10 seeds, binary benign vs attack, 343,889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828800"/>
            <a:ext cx="39319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Worst held-out split: 0.66.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Identifiers alone reach 1.000, so a random split rewards memorising hosts.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Towhid et al. (full text read): all flows split 70:30, no grouping mentioned.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Detected: inflation under the random-split protocol. Not claimed: that any paper's exact numbers are wrong.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Limitations we state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One dataset (InSDN) and one recorded controller (ONOS); Ryu is checked only on our own benign traffic.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We generated no attack traffic; benign and attack are never interleaved in one session.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so session identity and unlisted attacks cannot be separated.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Only one of the four published papers checked was read in full; the others are unverified and not counted.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Phase 1 figures come from archived studies and are not re-run here.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Our literature searches (October 2026) are evidence, not proof, that nothing similar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Scope and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6B7280"/>
                </a:solidFill>
                <a:latin typeface="Calibri"/>
              </a:defRPr>
            </a:pPr>
            <a:r>
              <a:t>Not 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3474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Control-plane telemetry for SDN IDS exists (LAN-SDN-NIDS, SDNFLow)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The detector itself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Stock Ryu behaviour follows from its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7373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B91C1C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377440"/>
            <a:ext cx="3474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Interleave benign and attack traffic in one session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A second dataset or controller family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Audit published papers under a preregistered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7373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766E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377440"/>
            <a:ext cx="3474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The controller never saw the labelled 5-tuples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What it sees depends on the forwarding app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On InSDN, controller-side scores are not detection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